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044275" y="3657150"/>
            <a:ext cx="549000" cy="6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28325" y="86325"/>
            <a:ext cx="2639700" cy="200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252157" y="86325"/>
            <a:ext cx="2639700" cy="200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375975" y="86325"/>
            <a:ext cx="2639700" cy="200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🔎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28325" y="2622077"/>
            <a:ext cx="2639700" cy="200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252157" y="2598964"/>
            <a:ext cx="2639700" cy="200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6375975" y="2598964"/>
            <a:ext cx="2639700" cy="200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28325" y="2112000"/>
            <a:ext cx="2639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Dan is chatting online late at night when a friend recommends the new James Bond movie.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252150" y="2112000"/>
            <a:ext cx="2639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Dan picks up his smartphone and opens the movie-ticket booking app from his home screen.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375975" y="2112000"/>
            <a:ext cx="2639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Inside the app, Dan searches for the James Bond movie at his local cinema and sees that it is showing.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28325" y="4599375"/>
            <a:ext cx="263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Dan chooses the 7pm showtime, but the app clearly tells him it is fully booked and suggests alternative times such as 5:30pm and 8pm.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252150" y="4599375"/>
            <a:ext cx="263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Dan opens the seating plan for the 8pm showing; the seat map shows available seats, assistance seats, and clearly labelled rows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6375975" y="4599375"/>
            <a:ext cx="263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Dan selects his seats, checks that the cinema has hearing-aid compatible sound, confirms the booking, and sees a clear visual confirmation message.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927650" y="480925"/>
            <a:ext cx="748500" cy="125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1150250" y="480925"/>
            <a:ext cx="303300" cy="8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968275" y="772650"/>
            <a:ext cx="388200" cy="2790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🎥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 flipH="1">
            <a:off x="1211625" y="1258475"/>
            <a:ext cx="388200" cy="2790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🖤</a:t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4197750" y="565825"/>
            <a:ext cx="748500" cy="125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4420350" y="565825"/>
            <a:ext cx="303300" cy="8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4199550" y="650725"/>
            <a:ext cx="744900" cy="108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4201350" y="1007125"/>
            <a:ext cx="7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Movie Ticket app ↻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7321575" y="650725"/>
            <a:ext cx="748500" cy="125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7544175" y="650725"/>
            <a:ext cx="303300" cy="8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7323375" y="735625"/>
            <a:ext cx="744900" cy="108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7325150" y="735625"/>
            <a:ext cx="7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</a:rPr>
              <a:t>Movie  Ticket app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9" name="Google Shape;79;p13"/>
          <p:cNvCxnSpPr/>
          <p:nvPr/>
        </p:nvCxnSpPr>
        <p:spPr>
          <a:xfrm flipH="1" rot="10800000">
            <a:off x="7331575" y="1070275"/>
            <a:ext cx="729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/>
          <p:nvPr/>
        </p:nvCxnSpPr>
        <p:spPr>
          <a:xfrm>
            <a:off x="7318075" y="1663225"/>
            <a:ext cx="75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3"/>
          <p:cNvSpPr/>
          <p:nvPr/>
        </p:nvSpPr>
        <p:spPr>
          <a:xfrm>
            <a:off x="7435600" y="1699700"/>
            <a:ext cx="531000" cy="8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"/>
              <a:t>🔎</a:t>
            </a:r>
            <a:r>
              <a:rPr lang="en-GB" sz="300"/>
              <a:t>James Bond</a:t>
            </a:r>
            <a:endParaRPr sz="300"/>
          </a:p>
        </p:txBody>
      </p:sp>
      <p:sp>
        <p:nvSpPr>
          <p:cNvPr id="82" name="Google Shape;82;p13"/>
          <p:cNvSpPr txBox="1"/>
          <p:nvPr/>
        </p:nvSpPr>
        <p:spPr>
          <a:xfrm>
            <a:off x="7279425" y="1153225"/>
            <a:ext cx="83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12x🎟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968275" y="2972138"/>
            <a:ext cx="748500" cy="125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1190875" y="2975975"/>
            <a:ext cx="303300" cy="8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70075" y="3060875"/>
            <a:ext cx="7449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Movie  Ticket app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6" name="Google Shape;86;p13"/>
          <p:cNvCxnSpPr/>
          <p:nvPr/>
        </p:nvCxnSpPr>
        <p:spPr>
          <a:xfrm flipH="1" rot="10800000">
            <a:off x="977725" y="3440050"/>
            <a:ext cx="729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3"/>
          <p:cNvSpPr/>
          <p:nvPr/>
        </p:nvSpPr>
        <p:spPr>
          <a:xfrm>
            <a:off x="1044275" y="3744325"/>
            <a:ext cx="549000" cy="6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044275" y="3653125"/>
            <a:ext cx="549000" cy="69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044275" y="3835525"/>
            <a:ext cx="549000" cy="690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67075" y="3453825"/>
            <a:ext cx="7449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 u="sng">
                <a:solidFill>
                  <a:schemeClr val="dk2"/>
                </a:solidFill>
              </a:rPr>
              <a:t>JAMES BOND:</a:t>
            </a:r>
            <a:endParaRPr b="1" sz="6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-5:30pm </a:t>
            </a:r>
            <a:r>
              <a:rPr lang="en-GB" sz="600">
                <a:solidFill>
                  <a:schemeClr val="dk2"/>
                </a:solidFill>
              </a:rPr>
              <a:t>- 3x🎟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-</a:t>
            </a:r>
            <a:r>
              <a:rPr lang="en-GB" sz="600" strike="sngStrike">
                <a:solidFill>
                  <a:schemeClr val="dk2"/>
                </a:solidFill>
              </a:rPr>
              <a:t>7 pm</a:t>
            </a:r>
            <a:r>
              <a:rPr lang="en-GB" sz="600">
                <a:solidFill>
                  <a:schemeClr val="dk2"/>
                </a:solidFill>
              </a:rPr>
              <a:t> - 0</a:t>
            </a:r>
            <a:r>
              <a:rPr lang="en-GB" sz="600">
                <a:solidFill>
                  <a:schemeClr val="dk2"/>
                </a:solidFill>
              </a:rPr>
              <a:t>x🎟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-8 pm - 15x🎟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197750" y="2972125"/>
            <a:ext cx="748500" cy="125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4420350" y="2975975"/>
            <a:ext cx="303300" cy="8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199550" y="3060875"/>
            <a:ext cx="7449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Movie  Ticket app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4" name="Google Shape;94;p13"/>
          <p:cNvCxnSpPr/>
          <p:nvPr/>
        </p:nvCxnSpPr>
        <p:spPr>
          <a:xfrm flipH="1" rot="10800000">
            <a:off x="4198175" y="3422175"/>
            <a:ext cx="752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3"/>
          <p:cNvSpPr txBox="1"/>
          <p:nvPr/>
        </p:nvSpPr>
        <p:spPr>
          <a:xfrm>
            <a:off x="4199550" y="3422175"/>
            <a:ext cx="744900" cy="24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 u="sng">
                <a:solidFill>
                  <a:schemeClr val="dk2"/>
                </a:solidFill>
              </a:rPr>
              <a:t>JAMES BOND - 8pm: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7750" y="3668475"/>
            <a:ext cx="744902" cy="4617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>
            <a:off x="7321575" y="2972125"/>
            <a:ext cx="748500" cy="125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7544175" y="2975975"/>
            <a:ext cx="303300" cy="8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323375" y="3066350"/>
            <a:ext cx="7449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Movie  Ticket app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381" y="3441125"/>
            <a:ext cx="744902" cy="46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/>
          <p:nvPr/>
        </p:nvSpPr>
        <p:spPr>
          <a:xfrm>
            <a:off x="7774500" y="3775225"/>
            <a:ext cx="51300" cy="47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7321525" y="3844125"/>
            <a:ext cx="744900" cy="2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" u="sng">
                <a:solidFill>
                  <a:schemeClr val="dk2"/>
                </a:solidFill>
              </a:rPr>
              <a:t>Accessibility:</a:t>
            </a:r>
            <a:endParaRPr b="1" sz="3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">
                <a:solidFill>
                  <a:schemeClr val="dk2"/>
                </a:solidFill>
              </a:rPr>
              <a:t>- </a:t>
            </a:r>
            <a:r>
              <a:rPr lang="en-GB" sz="300">
                <a:solidFill>
                  <a:schemeClr val="dk2"/>
                </a:solidFill>
              </a:rPr>
              <a:t>Hearing-aid compatible sound</a:t>
            </a:r>
            <a:endParaRPr sz="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">
                <a:solidFill>
                  <a:schemeClr val="dk2"/>
                </a:solidFill>
              </a:rPr>
              <a:t>- Assistance for wheelchairs</a:t>
            </a:r>
            <a:endParaRPr sz="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">
                <a:solidFill>
                  <a:schemeClr val="dk2"/>
                </a:solidFill>
              </a:rPr>
              <a:t>- Wheelchair compatible design</a:t>
            </a:r>
            <a:endParaRPr sz="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">
                <a:solidFill>
                  <a:schemeClr val="dk2"/>
                </a:solidFill>
              </a:rPr>
              <a:t>- [SS] Subtitles screens</a:t>
            </a:r>
            <a:endParaRPr sz="300">
              <a:solidFill>
                <a:schemeClr val="dk2"/>
              </a:solidFill>
            </a:endParaRPr>
          </a:p>
        </p:txBody>
      </p:sp>
      <p:cxnSp>
        <p:nvCxnSpPr>
          <p:cNvPr id="103" name="Google Shape;103;p13"/>
          <p:cNvCxnSpPr/>
          <p:nvPr/>
        </p:nvCxnSpPr>
        <p:spPr>
          <a:xfrm flipH="1" rot="10800000">
            <a:off x="7324375" y="3835525"/>
            <a:ext cx="745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/>
          <p:nvPr/>
        </p:nvCxnSpPr>
        <p:spPr>
          <a:xfrm flipH="1" rot="10800000">
            <a:off x="7327825" y="3431750"/>
            <a:ext cx="7488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3"/>
          <p:cNvSpPr/>
          <p:nvPr/>
        </p:nvSpPr>
        <p:spPr>
          <a:xfrm>
            <a:off x="7384950" y="3352200"/>
            <a:ext cx="623400" cy="3693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/>
              <a:t>✅</a:t>
            </a:r>
            <a:r>
              <a:rPr lang="en-GB" sz="600"/>
              <a:t>Booking Confirmed</a:t>
            </a:r>
            <a:endParaRPr sz="600"/>
          </a:p>
        </p:txBody>
      </p:sp>
      <p:sp>
        <p:nvSpPr>
          <p:cNvPr id="106" name="Google Shape;106;p13"/>
          <p:cNvSpPr txBox="1"/>
          <p:nvPr/>
        </p:nvSpPr>
        <p:spPr>
          <a:xfrm>
            <a:off x="967075" y="4017800"/>
            <a:ext cx="744900" cy="6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🔊 Hearing aid support available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